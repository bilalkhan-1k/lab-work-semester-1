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233E-E9BE-6C90-6882-5295BE723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BEBCFB-6519-2038-013B-1B40BE54D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F0DCB-94F2-E38E-E045-EDCC1E87D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994B7-3E93-23B5-04B5-2968E34D1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C0FB9-97A5-9C38-6947-92DDE812A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5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E193-B794-1F6F-A6D8-AC0AEFEA6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FE77-9AD3-CE8F-395C-8762ACC2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364ED-6E1E-43C6-2659-76994B4C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DC311-5DAF-BF43-B6C6-415996A4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5326-300F-4336-F696-5DD983D3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28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0B5C-C4E3-D773-9D2C-2762E255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A3C6D-4E6F-0C0E-D917-994FD9700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634F9-EEE4-4529-FD7B-70ACFADA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5743-2DD1-E667-02F6-AF2932FD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59136-23C5-9C70-82CC-9CCE2498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6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E5DF5-246C-556F-9BA4-2928E977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2139C-DF98-8F28-ED9B-ACB92E517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3E42C-3DAC-01F8-087D-0FFA8C75B0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5F11A-3A14-219A-78C1-EB4819C61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70D61-497A-8448-3937-2A8F0921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8A9E5-8776-F301-3298-DBC8632E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74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38D05-1937-3E27-3B85-9D251E4F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1C726-35D8-CFC3-CBDC-8C49AB61A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76FA1-4722-4138-3327-99404AB24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66EF14-3021-C180-A5F7-B9F1B7DD2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3AF000-BC8F-D2AE-24A4-E5509BF3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671AB2-3313-1683-5E22-EB4C3B24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0A4A0-44AC-BC62-3428-D9F12854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ADC3F-8AF3-5ECF-0CD1-C8CE8630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6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511A8-2177-62FD-24E9-C1FE9302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17AC6-54B6-F422-C46F-35FE9DE46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A43EB-391E-B6B8-E767-D4F5F9A1C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80DEB-067B-B95C-30E2-2AB51C80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8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793615-170E-61C7-03AE-241EFF94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80329-38FD-479F-58CE-95B770B2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AD511-3E7F-BE6F-C55E-5B833E84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2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994E-8B08-6C73-E84F-A939F170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C0497-4E6C-C4AE-2365-FDFF6150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5F341-24C8-5DFB-763B-40613C935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A93CC-221C-87FF-5149-10DD6D4BF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24ADA9-2156-E9EE-05AD-52E752E2C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1DEFD-9D6D-B2AD-F4DE-DE11C323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3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037B-536D-34B6-C67E-FE80CE2E6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DE883-0CBC-E8F7-7996-4AE6E0239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EB44-73DD-57B1-74A2-DB1607110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13628-27EF-0282-83E6-6D44F35CA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3C29-DB5D-F303-7141-DC17AEFB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A867B-0D13-6FD9-332D-99855DCC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7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BDF5C-A893-36B6-34B3-EAA8F692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A8F00-965F-25A2-8863-D4A1C5186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9E0CA-9898-F98C-30C1-C53E8069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0787-1960-C42C-C444-B17795F1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8D4DC-A032-183D-EC5B-F8C561D8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54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AC5259-75C6-C25D-84C4-94777704B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8C1301-0032-844E-9645-AF618EDB6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24B5F-FD58-F174-D29B-1F6831027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72684-2343-E8F8-F3D9-B1313246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3F5CD-AC65-FA1C-1B45-13EA40920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8A575-B912-BABA-E32B-87FB6F05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DF7568-9498-3EA5-DFC8-838F91AC9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A836E-6EBB-9452-3176-18D8A75F5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D4C50-C7D6-45F6-B5DF-D7294D4677D5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0468D-280F-E1B8-42FE-49E39F4B5B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317AB-3858-A300-D9A0-2E0F96AB6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C99BB-4FB1-4EBE-AE1C-E12C3ED9A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8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92999501-CAFA-D7EF-0BE0-7AD03101CD4A}"/>
              </a:ext>
            </a:extLst>
          </p:cNvPr>
          <p:cNvSpPr/>
          <p:nvPr/>
        </p:nvSpPr>
        <p:spPr>
          <a:xfrm>
            <a:off x="4699821" y="46703"/>
            <a:ext cx="1199536" cy="43876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94539B29-E127-F45C-9852-5F6A64FBA021}"/>
              </a:ext>
            </a:extLst>
          </p:cNvPr>
          <p:cNvSpPr/>
          <p:nvPr/>
        </p:nvSpPr>
        <p:spPr>
          <a:xfrm>
            <a:off x="4375373" y="822226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1 :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9F7B004C-4E98-B729-4B13-1DE7088F557D}"/>
              </a:ext>
            </a:extLst>
          </p:cNvPr>
          <p:cNvSpPr/>
          <p:nvPr/>
        </p:nvSpPr>
        <p:spPr>
          <a:xfrm>
            <a:off x="4375373" y="1521545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2 :</a:t>
            </a:r>
          </a:p>
        </p:txBody>
      </p:sp>
      <p:sp>
        <p:nvSpPr>
          <p:cNvPr id="21" name="Flowchart: Decision 20">
            <a:extLst>
              <a:ext uri="{FF2B5EF4-FFF2-40B4-BE49-F238E27FC236}">
                <a16:creationId xmlns:a16="http://schemas.microsoft.com/office/drawing/2014/main" id="{EF431BAE-BC05-79B8-DCE8-2AB781E2DE1E}"/>
              </a:ext>
            </a:extLst>
          </p:cNvPr>
          <p:cNvSpPr/>
          <p:nvPr/>
        </p:nvSpPr>
        <p:spPr>
          <a:xfrm>
            <a:off x="4375373" y="2220864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3 :</a:t>
            </a:r>
          </a:p>
        </p:txBody>
      </p: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1230D608-5F2D-773E-C21C-BCA9BF1A5ADB}"/>
              </a:ext>
            </a:extLst>
          </p:cNvPr>
          <p:cNvSpPr/>
          <p:nvPr/>
        </p:nvSpPr>
        <p:spPr>
          <a:xfrm>
            <a:off x="4375373" y="2920183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4 :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362A861D-FB6C-A4E3-BC18-6A16D645E016}"/>
              </a:ext>
            </a:extLst>
          </p:cNvPr>
          <p:cNvSpPr/>
          <p:nvPr/>
        </p:nvSpPr>
        <p:spPr>
          <a:xfrm>
            <a:off x="4375373" y="3619502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5 :</a:t>
            </a:r>
          </a:p>
        </p:txBody>
      </p: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A38747C2-133C-9A97-BD06-8C5CBDE5FB7E}"/>
              </a:ext>
            </a:extLst>
          </p:cNvPr>
          <p:cNvSpPr/>
          <p:nvPr/>
        </p:nvSpPr>
        <p:spPr>
          <a:xfrm>
            <a:off x="4375373" y="4318821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6 :</a:t>
            </a:r>
          </a:p>
        </p:txBody>
      </p: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2235677F-F9B9-8BA8-A1C6-4168BE8340FF}"/>
              </a:ext>
            </a:extLst>
          </p:cNvPr>
          <p:cNvSpPr/>
          <p:nvPr/>
        </p:nvSpPr>
        <p:spPr>
          <a:xfrm>
            <a:off x="4375373" y="5018140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Case 7 :</a:t>
            </a: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6C6905FB-2D35-079C-3B62-6C2DD00F0D6B}"/>
              </a:ext>
            </a:extLst>
          </p:cNvPr>
          <p:cNvSpPr/>
          <p:nvPr/>
        </p:nvSpPr>
        <p:spPr>
          <a:xfrm>
            <a:off x="7059581" y="822226"/>
            <a:ext cx="2733363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"Monday"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4C6FEC07-3BE6-69EE-337F-BA90F536EC45}"/>
              </a:ext>
            </a:extLst>
          </p:cNvPr>
          <p:cNvSpPr/>
          <p:nvPr/>
        </p:nvSpPr>
        <p:spPr>
          <a:xfrm>
            <a:off x="7059582" y="1521545"/>
            <a:ext cx="2733364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"Tuesday"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482D3BDB-DAA2-45EF-6BE4-195CFCB410E0}"/>
              </a:ext>
            </a:extLst>
          </p:cNvPr>
          <p:cNvSpPr/>
          <p:nvPr/>
        </p:nvSpPr>
        <p:spPr>
          <a:xfrm>
            <a:off x="7059581" y="2220864"/>
            <a:ext cx="2733365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"Wednesday"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F845B49A-2CDA-B97E-4332-F02C428E1250}"/>
              </a:ext>
            </a:extLst>
          </p:cNvPr>
          <p:cNvSpPr/>
          <p:nvPr/>
        </p:nvSpPr>
        <p:spPr>
          <a:xfrm>
            <a:off x="7059582" y="2920183"/>
            <a:ext cx="2733366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"Thursday"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F8DCE86D-4117-C03F-5D64-78A67E8F92F5}"/>
              </a:ext>
            </a:extLst>
          </p:cNvPr>
          <p:cNvSpPr/>
          <p:nvPr/>
        </p:nvSpPr>
        <p:spPr>
          <a:xfrm>
            <a:off x="7059582" y="3619502"/>
            <a:ext cx="2733366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"Friday"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AFD450D-E42E-0209-2B18-7D3DC8EDBA41}"/>
              </a:ext>
            </a:extLst>
          </p:cNvPr>
          <p:cNvSpPr/>
          <p:nvPr/>
        </p:nvSpPr>
        <p:spPr>
          <a:xfrm>
            <a:off x="7059581" y="4318821"/>
            <a:ext cx="2733367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 Print "Saturday"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620C4AF0-6ED6-8DD5-56FC-DDE7C42F6DA3}"/>
              </a:ext>
            </a:extLst>
          </p:cNvPr>
          <p:cNvSpPr/>
          <p:nvPr/>
        </p:nvSpPr>
        <p:spPr>
          <a:xfrm>
            <a:off x="7059582" y="5018140"/>
            <a:ext cx="2733368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"Sunday"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7D17E5-10F2-1A44-5341-1304F3F05453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5299589" y="485468"/>
            <a:ext cx="9849" cy="336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4DF7FE-3BC0-5F57-4DE7-F64F178CE9BB}"/>
              </a:ext>
            </a:extLst>
          </p:cNvPr>
          <p:cNvCxnSpPr>
            <a:stCxn id="16" idx="2"/>
            <a:endCxn id="20" idx="0"/>
          </p:cNvCxnSpPr>
          <p:nvPr/>
        </p:nvCxnSpPr>
        <p:spPr>
          <a:xfrm>
            <a:off x="5309438" y="1306464"/>
            <a:ext cx="0" cy="21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0EF3FE-735F-CFBC-7450-7CE7D3AF384C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5309438" y="2005783"/>
            <a:ext cx="0" cy="21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F96D32-5EC1-8E52-F4B8-3DBE66F28BC5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5309438" y="2705102"/>
            <a:ext cx="0" cy="21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0BE502-1FE7-FE1D-5CC3-352879E1B64F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5309438" y="3404421"/>
            <a:ext cx="0" cy="21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61002E9-9F14-DF43-043A-B82B2E72511F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5309438" y="4103740"/>
            <a:ext cx="0" cy="21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A7796E9-7CE5-FDE9-B5D2-71EE35B44E02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5309438" y="4803059"/>
            <a:ext cx="0" cy="215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1F871E-8288-D461-E9E1-E29C369532D3}"/>
              </a:ext>
            </a:extLst>
          </p:cNvPr>
          <p:cNvCxnSpPr>
            <a:cxnSpLocks/>
            <a:stCxn id="25" idx="2"/>
            <a:endCxn id="97" idx="0"/>
          </p:cNvCxnSpPr>
          <p:nvPr/>
        </p:nvCxnSpPr>
        <p:spPr>
          <a:xfrm>
            <a:off x="5309438" y="5502378"/>
            <a:ext cx="0" cy="22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8EACFCD-0F19-6AC3-C4C2-954528F5B3D1}"/>
              </a:ext>
            </a:extLst>
          </p:cNvPr>
          <p:cNvCxnSpPr>
            <a:cxnSpLocks/>
            <a:stCxn id="16" idx="3"/>
            <a:endCxn id="2" idx="1"/>
          </p:cNvCxnSpPr>
          <p:nvPr/>
        </p:nvCxnSpPr>
        <p:spPr>
          <a:xfrm>
            <a:off x="6243503" y="1064345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22DC4A-960C-4426-674B-0D1AC785AC09}"/>
              </a:ext>
            </a:extLst>
          </p:cNvPr>
          <p:cNvCxnSpPr>
            <a:cxnSpLocks/>
            <a:stCxn id="20" idx="3"/>
            <a:endCxn id="3" idx="1"/>
          </p:cNvCxnSpPr>
          <p:nvPr/>
        </p:nvCxnSpPr>
        <p:spPr>
          <a:xfrm>
            <a:off x="6243503" y="1763664"/>
            <a:ext cx="816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5C1B45F-C276-C6B9-EBC2-20193EF02281}"/>
              </a:ext>
            </a:extLst>
          </p:cNvPr>
          <p:cNvCxnSpPr>
            <a:cxnSpLocks/>
            <a:stCxn id="21" idx="3"/>
            <a:endCxn id="6" idx="1"/>
          </p:cNvCxnSpPr>
          <p:nvPr/>
        </p:nvCxnSpPr>
        <p:spPr>
          <a:xfrm>
            <a:off x="6243503" y="2462983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8D08DC-4449-D31E-627F-2497E1F110AC}"/>
              </a:ext>
            </a:extLst>
          </p:cNvPr>
          <p:cNvCxnSpPr>
            <a:cxnSpLocks/>
            <a:stCxn id="22" idx="3"/>
            <a:endCxn id="7" idx="1"/>
          </p:cNvCxnSpPr>
          <p:nvPr/>
        </p:nvCxnSpPr>
        <p:spPr>
          <a:xfrm>
            <a:off x="6243503" y="3162302"/>
            <a:ext cx="816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7D011F-30EF-8CD8-E359-7F70F22C9E17}"/>
              </a:ext>
            </a:extLst>
          </p:cNvPr>
          <p:cNvCxnSpPr>
            <a:cxnSpLocks/>
            <a:stCxn id="23" idx="3"/>
            <a:endCxn id="8" idx="1"/>
          </p:cNvCxnSpPr>
          <p:nvPr/>
        </p:nvCxnSpPr>
        <p:spPr>
          <a:xfrm>
            <a:off x="6243503" y="3861621"/>
            <a:ext cx="816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B51932A-38F0-E133-6819-127AC3ADE6F2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>
            <a:off x="6243503" y="4560940"/>
            <a:ext cx="8160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DDAC64-A399-E64D-E54B-80133D030023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>
            <a:off x="6243503" y="5260259"/>
            <a:ext cx="816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52C72ED-CFCA-06DC-6971-CCBA4C372643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9792944" y="1064345"/>
            <a:ext cx="393294" cy="52172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4A19675-BB29-EF69-2BA4-B73BF4FE87C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9792946" y="1763664"/>
            <a:ext cx="393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5E94357-5B47-4244-FC1A-BEC05C1E4E5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792946" y="2462983"/>
            <a:ext cx="3736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C5117A4-1232-F58C-6E67-CD08DE28B6B2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9792948" y="3162302"/>
            <a:ext cx="3736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AC74856-3AAB-315D-4C2A-2A22591AE7C7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9792948" y="3861621"/>
            <a:ext cx="373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48D5E0D-4E24-6620-9FCE-5DA1B78DBD89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9792948" y="4559710"/>
            <a:ext cx="373624" cy="12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80F3C8A-0766-71D9-7099-699F9DC5740F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9792950" y="5260259"/>
            <a:ext cx="373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CE8527F-4669-6B67-0098-3505C7C38907}"/>
              </a:ext>
            </a:extLst>
          </p:cNvPr>
          <p:cNvSpPr txBox="1"/>
          <p:nvPr/>
        </p:nvSpPr>
        <p:spPr>
          <a:xfrm>
            <a:off x="6375548" y="79027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9D72C07-4296-777D-0694-8EBA3208A07A}"/>
              </a:ext>
            </a:extLst>
          </p:cNvPr>
          <p:cNvSpPr txBox="1"/>
          <p:nvPr/>
        </p:nvSpPr>
        <p:spPr>
          <a:xfrm>
            <a:off x="6375548" y="148958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66BE436-6364-F5B9-E020-5C0D68EF9E20}"/>
              </a:ext>
            </a:extLst>
          </p:cNvPr>
          <p:cNvSpPr txBox="1"/>
          <p:nvPr/>
        </p:nvSpPr>
        <p:spPr>
          <a:xfrm>
            <a:off x="6375548" y="2192592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ADF171-3178-3E6F-44F0-53C00AB7CE2D}"/>
              </a:ext>
            </a:extLst>
          </p:cNvPr>
          <p:cNvSpPr txBox="1"/>
          <p:nvPr/>
        </p:nvSpPr>
        <p:spPr>
          <a:xfrm>
            <a:off x="6375548" y="2891910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F364EE-4D14-1F93-E6A7-0A53E1E5B3B2}"/>
              </a:ext>
            </a:extLst>
          </p:cNvPr>
          <p:cNvSpPr txBox="1"/>
          <p:nvPr/>
        </p:nvSpPr>
        <p:spPr>
          <a:xfrm>
            <a:off x="6375548" y="3591228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C9E375-55F6-A691-A95F-070C52A9FDC5}"/>
              </a:ext>
            </a:extLst>
          </p:cNvPr>
          <p:cNvSpPr txBox="1"/>
          <p:nvPr/>
        </p:nvSpPr>
        <p:spPr>
          <a:xfrm>
            <a:off x="6375548" y="4290546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C888457-6514-B831-8D8B-2AB2E17292EA}"/>
              </a:ext>
            </a:extLst>
          </p:cNvPr>
          <p:cNvSpPr txBox="1"/>
          <p:nvPr/>
        </p:nvSpPr>
        <p:spPr>
          <a:xfrm>
            <a:off x="6375548" y="4989864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8A941C-0389-0B9A-0564-DDE7278164F4}"/>
              </a:ext>
            </a:extLst>
          </p:cNvPr>
          <p:cNvSpPr txBox="1"/>
          <p:nvPr/>
        </p:nvSpPr>
        <p:spPr>
          <a:xfrm>
            <a:off x="4847305" y="1235177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946D7DA-B9A2-2462-042E-0599580825F8}"/>
              </a:ext>
            </a:extLst>
          </p:cNvPr>
          <p:cNvSpPr txBox="1"/>
          <p:nvPr/>
        </p:nvSpPr>
        <p:spPr>
          <a:xfrm>
            <a:off x="4847305" y="1922819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0C21D20-C256-B6E9-473E-76E5ACF97EF2}"/>
              </a:ext>
            </a:extLst>
          </p:cNvPr>
          <p:cNvSpPr txBox="1"/>
          <p:nvPr/>
        </p:nvSpPr>
        <p:spPr>
          <a:xfrm>
            <a:off x="4847305" y="2615985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A508831-2B38-5A79-5787-50CCF648FAEB}"/>
              </a:ext>
            </a:extLst>
          </p:cNvPr>
          <p:cNvSpPr txBox="1"/>
          <p:nvPr/>
        </p:nvSpPr>
        <p:spPr>
          <a:xfrm>
            <a:off x="4844015" y="330915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C52582-73C0-B58A-8E7F-5898312B6A64}"/>
              </a:ext>
            </a:extLst>
          </p:cNvPr>
          <p:cNvSpPr txBox="1"/>
          <p:nvPr/>
        </p:nvSpPr>
        <p:spPr>
          <a:xfrm>
            <a:off x="4850595" y="4004489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CB9EB7-32C5-E9F4-B3A2-F444FEFCE80A}"/>
              </a:ext>
            </a:extLst>
          </p:cNvPr>
          <p:cNvSpPr txBox="1"/>
          <p:nvPr/>
        </p:nvSpPr>
        <p:spPr>
          <a:xfrm>
            <a:off x="4844015" y="471487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E84B718-09B6-5CE1-46B0-6EAA83156E67}"/>
              </a:ext>
            </a:extLst>
          </p:cNvPr>
          <p:cNvSpPr txBox="1"/>
          <p:nvPr/>
        </p:nvSpPr>
        <p:spPr>
          <a:xfrm>
            <a:off x="4844015" y="549008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96" name="Flowchart: Alternate Process 95">
            <a:extLst>
              <a:ext uri="{FF2B5EF4-FFF2-40B4-BE49-F238E27FC236}">
                <a16:creationId xmlns:a16="http://schemas.microsoft.com/office/drawing/2014/main" id="{24ADF39A-36AA-DA8D-9756-55692F65B106}"/>
              </a:ext>
            </a:extLst>
          </p:cNvPr>
          <p:cNvSpPr/>
          <p:nvPr/>
        </p:nvSpPr>
        <p:spPr>
          <a:xfrm>
            <a:off x="4699821" y="6409403"/>
            <a:ext cx="1199536" cy="43876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sp>
        <p:nvSpPr>
          <p:cNvPr id="97" name="Flowchart: Decision 96">
            <a:extLst>
              <a:ext uri="{FF2B5EF4-FFF2-40B4-BE49-F238E27FC236}">
                <a16:creationId xmlns:a16="http://schemas.microsoft.com/office/drawing/2014/main" id="{165A0494-B6AF-AB23-5D1C-DD98B4845313}"/>
              </a:ext>
            </a:extLst>
          </p:cNvPr>
          <p:cNvSpPr/>
          <p:nvPr/>
        </p:nvSpPr>
        <p:spPr>
          <a:xfrm>
            <a:off x="4375373" y="5726064"/>
            <a:ext cx="1868130" cy="48423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Default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D4DB26C-739B-DC77-2FCE-35E2AB6B9BB8}"/>
              </a:ext>
            </a:extLst>
          </p:cNvPr>
          <p:cNvCxnSpPr>
            <a:cxnSpLocks/>
            <a:stCxn id="97" idx="2"/>
            <a:endCxn id="96" idx="0"/>
          </p:cNvCxnSpPr>
          <p:nvPr/>
        </p:nvCxnSpPr>
        <p:spPr>
          <a:xfrm flipH="1">
            <a:off x="5299589" y="6210302"/>
            <a:ext cx="9849" cy="19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Flowchart: Process 109">
            <a:extLst>
              <a:ext uri="{FF2B5EF4-FFF2-40B4-BE49-F238E27FC236}">
                <a16:creationId xmlns:a16="http://schemas.microsoft.com/office/drawing/2014/main" id="{32A31C3C-F5FF-A276-8C05-35F2BB19960A}"/>
              </a:ext>
            </a:extLst>
          </p:cNvPr>
          <p:cNvSpPr/>
          <p:nvPr/>
        </p:nvSpPr>
        <p:spPr>
          <a:xfrm>
            <a:off x="7059582" y="5718688"/>
            <a:ext cx="2733368" cy="48423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/>
              <a:t>Print "Invalid input! Please enter a number between 1 and 7."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9320728-779C-69DE-1AD3-0914B9170087}"/>
              </a:ext>
            </a:extLst>
          </p:cNvPr>
          <p:cNvCxnSpPr>
            <a:cxnSpLocks/>
            <a:stCxn id="97" idx="3"/>
            <a:endCxn id="110" idx="1"/>
          </p:cNvCxnSpPr>
          <p:nvPr/>
        </p:nvCxnSpPr>
        <p:spPr>
          <a:xfrm flipV="1">
            <a:off x="6243503" y="5960807"/>
            <a:ext cx="816079" cy="7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48345A5-C5D1-27F7-CDED-D86A026F5993}"/>
              </a:ext>
            </a:extLst>
          </p:cNvPr>
          <p:cNvSpPr txBox="1"/>
          <p:nvPr/>
        </p:nvSpPr>
        <p:spPr>
          <a:xfrm>
            <a:off x="6375548" y="5689182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4A739CD-1229-F21E-8B2B-FE520E787597}"/>
              </a:ext>
            </a:extLst>
          </p:cNvPr>
          <p:cNvCxnSpPr>
            <a:cxnSpLocks/>
          </p:cNvCxnSpPr>
          <p:nvPr/>
        </p:nvCxnSpPr>
        <p:spPr>
          <a:xfrm flipH="1">
            <a:off x="5309421" y="6301251"/>
            <a:ext cx="48768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8E04BB34-DAAA-DE5B-9F52-9FAC88DEAA89}"/>
              </a:ext>
            </a:extLst>
          </p:cNvPr>
          <p:cNvCxnSpPr>
            <a:stCxn id="110" idx="3"/>
          </p:cNvCxnSpPr>
          <p:nvPr/>
        </p:nvCxnSpPr>
        <p:spPr>
          <a:xfrm>
            <a:off x="9792950" y="5960807"/>
            <a:ext cx="393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A4C64D48-C64B-A5D5-BAB2-CEAF65221194}"/>
              </a:ext>
            </a:extLst>
          </p:cNvPr>
          <p:cNvSpPr txBox="1"/>
          <p:nvPr/>
        </p:nvSpPr>
        <p:spPr>
          <a:xfrm>
            <a:off x="4850595" y="6071111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55985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83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 Umar Khan</dc:creator>
  <cp:lastModifiedBy>Bilal Umar Khan</cp:lastModifiedBy>
  <cp:revision>6</cp:revision>
  <dcterms:created xsi:type="dcterms:W3CDTF">2025-09-10T15:05:01Z</dcterms:created>
  <dcterms:modified xsi:type="dcterms:W3CDTF">2025-09-14T17:01:37Z</dcterms:modified>
</cp:coreProperties>
</file>