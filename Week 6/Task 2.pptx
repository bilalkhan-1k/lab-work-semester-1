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21C88-E59B-E842-4D5F-D819BC292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27CFB3-DE7F-7D3E-8546-D1C323E114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0A66F-6D88-1C98-DFED-01A42F71D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241-E2C3-4652-B96E-BE413AFB703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EEC33-9D67-CCF6-CB8A-7FBCC3E4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F16BBD-7644-714D-65F5-A27150CBA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A43F-184D-4EB7-BC8A-49431AECA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6424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1ACD5-9519-94A4-494F-2BF7C51910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380EEB-8B3F-1DAA-232D-0EB7E88B4A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0865DB-9CD5-C90C-FA48-5439047B7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241-E2C3-4652-B96E-BE413AFB703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1D634-2FDE-8FC4-39A4-9A7E2B3A1C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EE9B5-1068-66D9-F2BA-41C9FF8D9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A43F-184D-4EB7-BC8A-49431AECA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871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F24C9-A2AB-5A3C-D576-2D4E2A7361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2607C-84FC-12D9-4C96-0231F9FE65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74976-A586-2DDC-882B-88D931C49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241-E2C3-4652-B96E-BE413AFB703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998B96-6D08-A2FF-E712-B84A7CE50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2C055D-FA50-2531-45BA-D57E31DBD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A43F-184D-4EB7-BC8A-49431AECA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36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0538A-3345-5DAA-447F-B4818283D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17342-6DBE-2E5E-DC5B-E488ABC21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007B15-7AE2-AACB-E052-E4197BECBB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347625-ABB9-1570-1837-D0F85D0EB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241-E2C3-4652-B96E-BE413AFB703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591363-DC07-E6E1-5306-1C747A3F4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1FBD08-E798-C07B-6C51-D2B845F0A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A43F-184D-4EB7-BC8A-49431AECA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498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80B48-4B9E-978D-E971-697C349CB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4F15FA-3BFB-89F2-697E-98AB27FFF4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7DCAF1-7D3B-8C06-F818-B93709E136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7A066-F189-6F1E-49AD-ED18D26C04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64806D-7397-6866-03A5-5696962A1E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1BC67C4-BEF4-0235-B0F8-24B33C23E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241-E2C3-4652-B96E-BE413AFB703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118747-2365-7BBB-D1F2-94ADD98D0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B4225CA-55F7-6C4C-2E7B-FF663247E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A43F-184D-4EB7-BC8A-49431AECA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281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E7DA3-DA25-EE7E-7F18-865FE93CB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343703-3598-465A-F844-2EF1BB72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241-E2C3-4652-B96E-BE413AFB703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894C7E-C4F0-1432-7E12-B4B63CB75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F78377-67A8-8CCE-3DFE-18835635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A43F-184D-4EB7-BC8A-49431AECA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6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1CFE29-52AC-6557-0F44-C4D667CFF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241-E2C3-4652-B96E-BE413AFB703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40207B-1219-3F8A-36A0-9DCF09B4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D0BE65-F027-7881-DF80-711546484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A43F-184D-4EB7-BC8A-49431AECA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118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8A6F4-D6AC-1E82-4B65-AEE8ACF91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2D008-24C9-DDBF-FFCD-98E8B7674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724C1C-D516-0E0F-383F-FFEF4E9B6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BCB61-3B9D-681C-90A3-76735574B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241-E2C3-4652-B96E-BE413AFB703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7ED1E3-1AFB-E1F7-BE6A-F401461D2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22F68B-E456-10EF-3583-970E5D33A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A43F-184D-4EB7-BC8A-49431AECA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3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411ED-CF6D-9643-585D-38DEA7E3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648573-F7D1-0773-FDA4-291F723670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9D804A-5E14-323A-E709-12E9D4F751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F2663E-D579-3DEB-09B5-9BBEDE837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241-E2C3-4652-B96E-BE413AFB703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FFE4B-A81C-2653-8DF8-2BCDF81D6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BC9138-328F-1B18-848F-FBB33394E7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A43F-184D-4EB7-BC8A-49431AECA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052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B8111-5962-1FD8-B7B0-8A132A7C9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E6A386-A621-19FD-40B6-DF7186E88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0AD32C-D141-EAD6-DA03-D73031DA7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241-E2C3-4652-B96E-BE413AFB703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BA417D-958B-6A5B-170D-3056BA494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04E6E-9FE6-C7E1-4AA2-8214AA40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A43F-184D-4EB7-BC8A-49431AECA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514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4EF1E-A880-BFBF-99EC-F8B56F9AE8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3D4A8F-69A1-BC40-8188-965277F18C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4FBDA-186D-2F84-889B-6404886E2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C4241-E2C3-4652-B96E-BE413AFB703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AAD1D-ECD4-C6A9-F726-9E315B73D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BA0D5-A2D0-AA2C-4AAF-9F9472922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33A43F-184D-4EB7-BC8A-49431AECA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5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20E240-BF44-D940-BBBF-EAECF7657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E8D1FC-6E28-16AE-954A-7C9A9F8B9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8A53B-8E65-A115-F535-369FAEACA8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8C4241-E2C3-4652-B96E-BE413AFB7037}" type="datetimeFigureOut">
              <a:rPr lang="en-US" smtClean="0"/>
              <a:t>9/14/2025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492858-3D17-984F-B9E8-CA7BC81C8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63EDB-167F-CF0A-559E-EEECDD61A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33A43F-184D-4EB7-BC8A-49431AECAB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414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7CBE271C-D297-5BC5-CED6-193051046D42}"/>
              </a:ext>
            </a:extLst>
          </p:cNvPr>
          <p:cNvSpPr/>
          <p:nvPr/>
        </p:nvSpPr>
        <p:spPr>
          <a:xfrm>
            <a:off x="5329084" y="19666"/>
            <a:ext cx="1592822" cy="620657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START</a:t>
            </a:r>
          </a:p>
        </p:txBody>
      </p:sp>
      <p:sp>
        <p:nvSpPr>
          <p:cNvPr id="11" name="Flowchart: Alternate Process 10">
            <a:extLst>
              <a:ext uri="{FF2B5EF4-FFF2-40B4-BE49-F238E27FC236}">
                <a16:creationId xmlns:a16="http://schemas.microsoft.com/office/drawing/2014/main" id="{CE391E87-46D0-6CD4-70C4-3643D12F8831}"/>
              </a:ext>
            </a:extLst>
          </p:cNvPr>
          <p:cNvSpPr/>
          <p:nvPr/>
        </p:nvSpPr>
        <p:spPr>
          <a:xfrm>
            <a:off x="5329076" y="6207846"/>
            <a:ext cx="1592822" cy="620657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STOP</a:t>
            </a:r>
          </a:p>
        </p:txBody>
      </p:sp>
      <p:sp>
        <p:nvSpPr>
          <p:cNvPr id="15" name="Flowchart: Data 14">
            <a:extLst>
              <a:ext uri="{FF2B5EF4-FFF2-40B4-BE49-F238E27FC236}">
                <a16:creationId xmlns:a16="http://schemas.microsoft.com/office/drawing/2014/main" id="{4151772E-BF4B-0B62-F99D-75075E74286D}"/>
              </a:ext>
            </a:extLst>
          </p:cNvPr>
          <p:cNvSpPr/>
          <p:nvPr/>
        </p:nvSpPr>
        <p:spPr>
          <a:xfrm>
            <a:off x="4476128" y="861868"/>
            <a:ext cx="3298723" cy="62065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Input n</a:t>
            </a:r>
          </a:p>
        </p:txBody>
      </p:sp>
      <p:sp>
        <p:nvSpPr>
          <p:cNvPr id="16" name="Flowchart: Process 15">
            <a:extLst>
              <a:ext uri="{FF2B5EF4-FFF2-40B4-BE49-F238E27FC236}">
                <a16:creationId xmlns:a16="http://schemas.microsoft.com/office/drawing/2014/main" id="{24B0A164-6335-344D-A18C-6A662FAA77FD}"/>
              </a:ext>
            </a:extLst>
          </p:cNvPr>
          <p:cNvSpPr/>
          <p:nvPr/>
        </p:nvSpPr>
        <p:spPr>
          <a:xfrm>
            <a:off x="4476127" y="1713584"/>
            <a:ext cx="3298723" cy="727587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Reverse = 0</a:t>
            </a:r>
          </a:p>
          <a:p>
            <a:pPr algn="ctr"/>
            <a:r>
              <a:rPr lang="en-US" dirty="0"/>
              <a:t>Sum = 0</a:t>
            </a:r>
          </a:p>
        </p:txBody>
      </p:sp>
      <p:sp>
        <p:nvSpPr>
          <p:cNvPr id="17" name="Flowchart: Decision 16">
            <a:extLst>
              <a:ext uri="{FF2B5EF4-FFF2-40B4-BE49-F238E27FC236}">
                <a16:creationId xmlns:a16="http://schemas.microsoft.com/office/drawing/2014/main" id="{60163629-4E23-0E7A-5693-DD037C3BEC24}"/>
              </a:ext>
            </a:extLst>
          </p:cNvPr>
          <p:cNvSpPr/>
          <p:nvPr/>
        </p:nvSpPr>
        <p:spPr>
          <a:xfrm>
            <a:off x="5338915" y="2638737"/>
            <a:ext cx="1592821" cy="727587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 &gt; 0</a:t>
            </a:r>
          </a:p>
        </p:txBody>
      </p:sp>
      <p:sp>
        <p:nvSpPr>
          <p:cNvPr id="18" name="Flowchart: Process 17">
            <a:extLst>
              <a:ext uri="{FF2B5EF4-FFF2-40B4-BE49-F238E27FC236}">
                <a16:creationId xmlns:a16="http://schemas.microsoft.com/office/drawing/2014/main" id="{E102CA7B-284C-EBEF-8B01-3C8BA3D63C9C}"/>
              </a:ext>
            </a:extLst>
          </p:cNvPr>
          <p:cNvSpPr/>
          <p:nvPr/>
        </p:nvSpPr>
        <p:spPr>
          <a:xfrm>
            <a:off x="4476126" y="3923083"/>
            <a:ext cx="3298723" cy="118970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digit = n % 10</a:t>
            </a:r>
          </a:p>
          <a:p>
            <a:pPr algn="ctr"/>
            <a:r>
              <a:rPr lang="en-US" dirty="0"/>
              <a:t>sum = sum + digit</a:t>
            </a:r>
          </a:p>
          <a:p>
            <a:pPr algn="ctr"/>
            <a:r>
              <a:rPr lang="en-US" dirty="0"/>
              <a:t>reverse = reverse * 10 + digit </a:t>
            </a:r>
          </a:p>
          <a:p>
            <a:pPr algn="ctr"/>
            <a:r>
              <a:rPr lang="en-US" dirty="0"/>
              <a:t>n = n / 10</a:t>
            </a:r>
          </a:p>
        </p:txBody>
      </p:sp>
      <p:sp>
        <p:nvSpPr>
          <p:cNvPr id="21" name="Flowchart: Data 20">
            <a:extLst>
              <a:ext uri="{FF2B5EF4-FFF2-40B4-BE49-F238E27FC236}">
                <a16:creationId xmlns:a16="http://schemas.microsoft.com/office/drawing/2014/main" id="{66C51A9F-8131-4957-C443-335BAFF2D2A5}"/>
              </a:ext>
            </a:extLst>
          </p:cNvPr>
          <p:cNvSpPr/>
          <p:nvPr/>
        </p:nvSpPr>
        <p:spPr>
          <a:xfrm>
            <a:off x="3937809" y="5375475"/>
            <a:ext cx="4375355" cy="62065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Print reverse and sum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E62051B-4664-1196-D2BE-397891E40582}"/>
              </a:ext>
            </a:extLst>
          </p:cNvPr>
          <p:cNvCxnSpPr>
            <a:stCxn id="4" idx="2"/>
            <a:endCxn id="15" idx="1"/>
          </p:cNvCxnSpPr>
          <p:nvPr/>
        </p:nvCxnSpPr>
        <p:spPr>
          <a:xfrm flipH="1">
            <a:off x="6125490" y="640323"/>
            <a:ext cx="5" cy="2215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6C0E4F8-4FD8-7CA4-6ED7-9B88DBD149E5}"/>
              </a:ext>
            </a:extLst>
          </p:cNvPr>
          <p:cNvCxnSpPr>
            <a:stCxn id="15" idx="4"/>
            <a:endCxn id="16" idx="0"/>
          </p:cNvCxnSpPr>
          <p:nvPr/>
        </p:nvCxnSpPr>
        <p:spPr>
          <a:xfrm flipH="1">
            <a:off x="6125489" y="1482525"/>
            <a:ext cx="1" cy="2310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0339AA76-487D-A9E9-0FA8-A8CA513C6ECC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>
            <a:off x="6125489" y="2441171"/>
            <a:ext cx="9837" cy="1975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0ACB864-196C-8762-DB90-8C6C3E4EC23C}"/>
              </a:ext>
            </a:extLst>
          </p:cNvPr>
          <p:cNvCxnSpPr>
            <a:stCxn id="17" idx="2"/>
            <a:endCxn id="18" idx="0"/>
          </p:cNvCxnSpPr>
          <p:nvPr/>
        </p:nvCxnSpPr>
        <p:spPr>
          <a:xfrm flipH="1">
            <a:off x="6125488" y="3366324"/>
            <a:ext cx="9838" cy="5567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1C1CB1F-E23E-AE38-B1BE-D13D73626EDD}"/>
              </a:ext>
            </a:extLst>
          </p:cNvPr>
          <p:cNvCxnSpPr>
            <a:stCxn id="21" idx="4"/>
            <a:endCxn id="11" idx="0"/>
          </p:cNvCxnSpPr>
          <p:nvPr/>
        </p:nvCxnSpPr>
        <p:spPr>
          <a:xfrm>
            <a:off x="6125487" y="5996132"/>
            <a:ext cx="0" cy="2117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052F2F0-5C22-6CFE-4D9A-9891071C773D}"/>
              </a:ext>
            </a:extLst>
          </p:cNvPr>
          <p:cNvCxnSpPr>
            <a:stCxn id="18" idx="3"/>
          </p:cNvCxnSpPr>
          <p:nvPr/>
        </p:nvCxnSpPr>
        <p:spPr>
          <a:xfrm flipV="1">
            <a:off x="7774849" y="4517935"/>
            <a:ext cx="2381874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246BF0F-2AFF-A24F-A8D0-1B1D5DAC1D47}"/>
              </a:ext>
            </a:extLst>
          </p:cNvPr>
          <p:cNvCxnSpPr>
            <a:cxnSpLocks/>
          </p:cNvCxnSpPr>
          <p:nvPr/>
        </p:nvCxnSpPr>
        <p:spPr>
          <a:xfrm flipV="1">
            <a:off x="10156723" y="3002530"/>
            <a:ext cx="0" cy="151540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1489151D-0685-11DC-948D-599CC95BB1E6}"/>
              </a:ext>
            </a:extLst>
          </p:cNvPr>
          <p:cNvCxnSpPr>
            <a:endCxn id="17" idx="3"/>
          </p:cNvCxnSpPr>
          <p:nvPr/>
        </p:nvCxnSpPr>
        <p:spPr>
          <a:xfrm flipH="1">
            <a:off x="6931736" y="3002530"/>
            <a:ext cx="322498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9C9D7C7-5BE4-CFF8-FBBC-77211B1ABDF0}"/>
              </a:ext>
            </a:extLst>
          </p:cNvPr>
          <p:cNvCxnSpPr>
            <a:stCxn id="17" idx="1"/>
          </p:cNvCxnSpPr>
          <p:nvPr/>
        </p:nvCxnSpPr>
        <p:spPr>
          <a:xfrm flipH="1" flipV="1">
            <a:off x="2959510" y="3002530"/>
            <a:ext cx="2379405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0662895F-BE3B-7A45-4552-376630DA940F}"/>
              </a:ext>
            </a:extLst>
          </p:cNvPr>
          <p:cNvCxnSpPr>
            <a:cxnSpLocks/>
          </p:cNvCxnSpPr>
          <p:nvPr/>
        </p:nvCxnSpPr>
        <p:spPr>
          <a:xfrm>
            <a:off x="2959510" y="3002530"/>
            <a:ext cx="0" cy="268327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ADC04D8E-F67A-209F-65D6-B35FAF10AD7B}"/>
              </a:ext>
            </a:extLst>
          </p:cNvPr>
          <p:cNvCxnSpPr>
            <a:endCxn id="21" idx="2"/>
          </p:cNvCxnSpPr>
          <p:nvPr/>
        </p:nvCxnSpPr>
        <p:spPr>
          <a:xfrm>
            <a:off x="2959510" y="5685803"/>
            <a:ext cx="141583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22E8B83-9222-BDCD-1F14-1B1181D453B2}"/>
              </a:ext>
            </a:extLst>
          </p:cNvPr>
          <p:cNvSpPr txBox="1"/>
          <p:nvPr/>
        </p:nvSpPr>
        <p:spPr>
          <a:xfrm>
            <a:off x="5653545" y="3448664"/>
            <a:ext cx="5126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338387-4797-BC5C-65ED-54C388B0B98C}"/>
              </a:ext>
            </a:extLst>
          </p:cNvPr>
          <p:cNvSpPr txBox="1"/>
          <p:nvPr/>
        </p:nvSpPr>
        <p:spPr>
          <a:xfrm>
            <a:off x="4859585" y="2687897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3999355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dk1"/>
        </a:lnRef>
        <a:fillRef idx="1">
          <a:schemeClr val="lt1"/>
        </a:fillRef>
        <a:effectRef idx="0">
          <a:schemeClr val="dk1"/>
        </a:effectRef>
        <a:fontRef idx="minor">
          <a:schemeClr val="dk1"/>
        </a:fontRef>
      </a:style>
    </a:spDef>
    <a:lnDef>
      <a:spPr/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41</Words>
  <Application>Microsoft Office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Bilal Umar Khan</dc:creator>
  <cp:lastModifiedBy>Bilal Umar Khan</cp:lastModifiedBy>
  <cp:revision>2</cp:revision>
  <dcterms:created xsi:type="dcterms:W3CDTF">2025-09-14T17:44:19Z</dcterms:created>
  <dcterms:modified xsi:type="dcterms:W3CDTF">2025-09-14T17:45:36Z</dcterms:modified>
</cp:coreProperties>
</file>