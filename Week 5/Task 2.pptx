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7CF9B-F835-834B-DE24-D5ADCC1ABD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A9AD4C-4D7E-8595-D11B-CC34CA3D56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20C2F5-7FDB-FDE5-F85D-C0F30720C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717DB-A028-4B7C-8917-4AF48DB2152C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E271FA-8796-1B5F-658F-D3F498484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55E90A-AFC5-FE2A-0858-62B76F4CF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D01EC-0713-41EE-B3CA-0772E115A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301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4439F-6DF4-DDFC-FCF7-2457E4C6E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9A573-64A2-3D38-9FCE-99FC5AAED8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7339AA-B77C-BC1B-AA6F-2EDC545B4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717DB-A028-4B7C-8917-4AF48DB2152C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BF46BB-B7A2-1F3D-271E-1BE639D09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01551B-C609-0567-4E42-C8A46B7FB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D01EC-0713-41EE-B3CA-0772E115A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698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6036B-B256-8FB9-1E73-A954C115C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430580-70FC-4862-154C-43A916FAC1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6D1E24-2D03-255F-D81E-60B8E3F7A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717DB-A028-4B7C-8917-4AF48DB2152C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A0DB1C-5823-485C-0812-130871C97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FF1BE2-7523-1FB9-A064-4B3760332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D01EC-0713-41EE-B3CA-0772E115A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495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83B75-743D-1198-C298-59D6D5789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AC7AFB-2180-F32D-45F4-4F97B0F6EF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557B2E-DD96-570C-2832-DD84A0B1BD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08B186-A53B-9F52-F640-1552BC55A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717DB-A028-4B7C-8917-4AF48DB2152C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4810F3-E723-2CF6-ECC2-F941CAF87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73A5C8-5EFE-4DC6-FB24-6F1F7B1FB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D01EC-0713-41EE-B3CA-0772E115A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113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FAD21-8147-B90A-6284-7A2F09BDE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556964-F92C-2AA1-1E41-523809E650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D95C3E-E90C-C875-E83C-CD8F28D7B3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350624-8F91-35A2-E3E0-FD3343D1C3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AE139A-108C-54AD-4878-EB90B8161D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067190-1706-A533-05F5-31206DE82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717DB-A028-4B7C-8917-4AF48DB2152C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D56C70-6E5D-B412-B814-6BBF4D8F5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BDE989-9213-DB31-8601-8FC23300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D01EC-0713-41EE-B3CA-0772E115A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5025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5746C-8E6B-64EF-20F0-80E989164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5B7E1C-67D9-8ACA-7A75-8512E7107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717DB-A028-4B7C-8917-4AF48DB2152C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71A05C-3D4C-B6B2-539C-D018A9EC1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429F3F-A30D-76A8-FB83-AB7880FF5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D01EC-0713-41EE-B3CA-0772E115A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271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DE024B-5707-C364-5938-50F3508F0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717DB-A028-4B7C-8917-4AF48DB2152C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67F43A-586F-8855-0CC8-0048CD96F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2D255B-03A8-8F73-3551-B404CC981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D01EC-0713-41EE-B3CA-0772E115A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534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53E4B-7B26-6BCC-B9EC-DB5AA5DAE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8955C9-8931-D82B-DB5E-13BAEA0D3D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409C98-1A2A-9A71-FD48-A90361422D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C93084-A905-CF8B-9A90-B5526DAF5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717DB-A028-4B7C-8917-4AF48DB2152C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13DADD-3F04-5FB1-8074-13E8D5C9E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7389B6-CA19-C69D-6F45-A3D08DCC8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D01EC-0713-41EE-B3CA-0772E115A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923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9A757-C7E6-EF85-104B-D96DE3CBB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8C300F-D72D-FC5F-40BB-5FE6DBF798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5A9DAC-90E4-9DDA-24B5-EB61EB6A45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1405AD-01AD-2FC9-B55A-ED9CF08D9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717DB-A028-4B7C-8917-4AF48DB2152C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29DF5A-C192-B857-3B3F-76ABE6DB7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B6FBB5-87F6-CF3C-42CB-33FCBFE17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D01EC-0713-41EE-B3CA-0772E115A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285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B7317-2BF9-F447-CAFA-5EF1A063A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5AB1FE-3769-4A87-A396-A1951AAF66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F3A57A-48FE-8B9B-9907-7A5DCA7E7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717DB-A028-4B7C-8917-4AF48DB2152C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88C7E4-24AC-8650-8760-1DA67E3AE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8E56D6-43A4-2682-AF61-12950B0EF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D01EC-0713-41EE-B3CA-0772E115A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699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47384A-7907-AED5-5AC8-A7F5C4764F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5B45C1-E3F5-5433-6144-3DD094BAE0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AEB53F-3C78-455C-1B78-DFA3AB313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717DB-A028-4B7C-8917-4AF48DB2152C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9A2B7C-A715-A350-F6A4-545139CB6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6EF67F-6C15-2B3F-0E9C-EB2A2A4D5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D01EC-0713-41EE-B3CA-0772E115A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648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9C5A89-9AE5-72C5-BE38-23AAE80B6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35A7CE-4890-D394-D0B5-3CD77E0F16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437CAB-827E-D0F5-36D4-155F804EB8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0717DB-A028-4B7C-8917-4AF48DB2152C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15882-22BE-CA18-2F9D-4D186B77BC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E6F53E-45D5-055D-B7FF-21B16D130C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8D01EC-0713-41EE-B3CA-0772E115A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984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E4F0E-F43F-C933-2B58-CB5BEF91A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5000" b="1" i="1" dirty="0">
                <a:highlight>
                  <a:srgbClr val="FFFF00"/>
                </a:highlight>
              </a:rPr>
              <a:t>To Find Simple Interest and </a:t>
            </a:r>
            <a:br>
              <a:rPr lang="en-US" sz="5000" b="1" i="1" dirty="0">
                <a:highlight>
                  <a:srgbClr val="FFFF00"/>
                </a:highlight>
              </a:rPr>
            </a:br>
            <a:r>
              <a:rPr lang="en-US" sz="5000" b="1" i="1" dirty="0">
                <a:highlight>
                  <a:srgbClr val="FFFF00"/>
                </a:highlight>
              </a:rPr>
              <a:t>Compound Interest</a:t>
            </a:r>
          </a:p>
        </p:txBody>
      </p:sp>
    </p:spTree>
    <p:extLst>
      <p:ext uri="{BB962C8B-B14F-4D97-AF65-F5344CB8AC3E}">
        <p14:creationId xmlns:p14="http://schemas.microsoft.com/office/powerpoint/2010/main" val="1797053721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Alternate Process 3">
            <a:extLst>
              <a:ext uri="{FF2B5EF4-FFF2-40B4-BE49-F238E27FC236}">
                <a16:creationId xmlns:a16="http://schemas.microsoft.com/office/drawing/2014/main" id="{347769F6-BB79-37DB-0636-2E9CA5A0E016}"/>
              </a:ext>
            </a:extLst>
          </p:cNvPr>
          <p:cNvSpPr/>
          <p:nvPr/>
        </p:nvSpPr>
        <p:spPr>
          <a:xfrm>
            <a:off x="5329084" y="19666"/>
            <a:ext cx="1592826" cy="865239"/>
          </a:xfrm>
          <a:prstGeom prst="flowChartAlternate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START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E24F10E-BB55-A650-17B2-1D897DEDEB8D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6125497" y="884905"/>
            <a:ext cx="0" cy="8160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lowchart: Data 7">
            <a:extLst>
              <a:ext uri="{FF2B5EF4-FFF2-40B4-BE49-F238E27FC236}">
                <a16:creationId xmlns:a16="http://schemas.microsoft.com/office/drawing/2014/main" id="{7CF9EED4-3877-E451-CE20-F510973B46C6}"/>
              </a:ext>
            </a:extLst>
          </p:cNvPr>
          <p:cNvSpPr/>
          <p:nvPr/>
        </p:nvSpPr>
        <p:spPr>
          <a:xfrm>
            <a:off x="1543667" y="1681313"/>
            <a:ext cx="9173495" cy="1049594"/>
          </a:xfrm>
          <a:prstGeom prst="flowChartInputOutp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Read Principal Amount(PA), Rate Of </a:t>
            </a:r>
            <a:r>
              <a:rPr lang="en-US" dirty="0" err="1"/>
              <a:t>Ineterest</a:t>
            </a:r>
            <a:r>
              <a:rPr lang="en-US" dirty="0"/>
              <a:t> (ROI), Time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D6845D6-B4AD-B3E7-6624-CA443F8BCF0A}"/>
              </a:ext>
            </a:extLst>
          </p:cNvPr>
          <p:cNvCxnSpPr>
            <a:stCxn id="8" idx="4"/>
          </p:cNvCxnSpPr>
          <p:nvPr/>
        </p:nvCxnSpPr>
        <p:spPr>
          <a:xfrm flipH="1">
            <a:off x="6125497" y="2730907"/>
            <a:ext cx="4918" cy="7497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3A016E67-8A2E-6A1F-FBB6-1993955D3D87}"/>
              </a:ext>
            </a:extLst>
          </p:cNvPr>
          <p:cNvSpPr/>
          <p:nvPr/>
        </p:nvSpPr>
        <p:spPr>
          <a:xfrm>
            <a:off x="4527757" y="3457268"/>
            <a:ext cx="3200398" cy="74970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SI=((PA*ROI*Time)/100)</a:t>
            </a:r>
          </a:p>
          <a:p>
            <a:pPr algn="ctr"/>
            <a:r>
              <a:rPr lang="en-US" dirty="0"/>
              <a:t>CI=PA*(1+(ROI/100))</a:t>
            </a:r>
            <a:r>
              <a:rPr lang="en-US" baseline="30000" dirty="0"/>
              <a:t>Time</a:t>
            </a:r>
            <a:r>
              <a:rPr lang="en-US" dirty="0"/>
              <a:t> - PA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B1109ED-ACEA-EDE7-4C80-148CAC5E42A1}"/>
              </a:ext>
            </a:extLst>
          </p:cNvPr>
          <p:cNvCxnSpPr>
            <a:cxnSpLocks/>
            <a:stCxn id="11" idx="2"/>
          </p:cNvCxnSpPr>
          <p:nvPr/>
        </p:nvCxnSpPr>
        <p:spPr>
          <a:xfrm flipH="1">
            <a:off x="6125497" y="4206977"/>
            <a:ext cx="2459" cy="5911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F14B08B-8760-8CD2-8EAA-D6CC7D42BFB5}"/>
              </a:ext>
            </a:extLst>
          </p:cNvPr>
          <p:cNvCxnSpPr>
            <a:cxnSpLocks/>
          </p:cNvCxnSpPr>
          <p:nvPr/>
        </p:nvCxnSpPr>
        <p:spPr>
          <a:xfrm>
            <a:off x="6125497" y="5534337"/>
            <a:ext cx="0" cy="6206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Flowchart: Alternate Process 30">
            <a:extLst>
              <a:ext uri="{FF2B5EF4-FFF2-40B4-BE49-F238E27FC236}">
                <a16:creationId xmlns:a16="http://schemas.microsoft.com/office/drawing/2014/main" id="{FB3205E8-DEDA-F20E-FCDA-AFD2B70DF8EA}"/>
              </a:ext>
            </a:extLst>
          </p:cNvPr>
          <p:cNvSpPr/>
          <p:nvPr/>
        </p:nvSpPr>
        <p:spPr>
          <a:xfrm>
            <a:off x="5329084" y="6154993"/>
            <a:ext cx="1592822" cy="620657"/>
          </a:xfrm>
          <a:prstGeom prst="flowChartAlternate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STOP</a:t>
            </a:r>
          </a:p>
        </p:txBody>
      </p:sp>
      <p:sp>
        <p:nvSpPr>
          <p:cNvPr id="2" name="Flowchart: Data 1">
            <a:extLst>
              <a:ext uri="{FF2B5EF4-FFF2-40B4-BE49-F238E27FC236}">
                <a16:creationId xmlns:a16="http://schemas.microsoft.com/office/drawing/2014/main" id="{A3481088-8A61-79B2-DCBB-B769C4499138}"/>
              </a:ext>
            </a:extLst>
          </p:cNvPr>
          <p:cNvSpPr/>
          <p:nvPr/>
        </p:nvSpPr>
        <p:spPr>
          <a:xfrm>
            <a:off x="4886633" y="4798143"/>
            <a:ext cx="2487560" cy="736193"/>
          </a:xfrm>
          <a:prstGeom prst="flowChartInputOutp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Print SI , CI</a:t>
            </a:r>
          </a:p>
        </p:txBody>
      </p:sp>
    </p:spTree>
    <p:extLst>
      <p:ext uri="{BB962C8B-B14F-4D97-AF65-F5344CB8AC3E}">
        <p14:creationId xmlns:p14="http://schemas.microsoft.com/office/powerpoint/2010/main" val="4231659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11" grpId="0" animBg="1"/>
      <p:bldP spid="31" grpId="0" animBg="1"/>
      <p:bldP spid="2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50</Words>
  <Application>Microsoft Office PowerPoint</Application>
  <PresentationFormat>Widescreen</PresentationFormat>
  <Paragraphs>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To Find Simple Interest and  Compound Interest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Bilal Umar Khan</dc:creator>
  <cp:lastModifiedBy>Bilal Umar Khan</cp:lastModifiedBy>
  <cp:revision>5</cp:revision>
  <dcterms:created xsi:type="dcterms:W3CDTF">2025-09-05T05:49:56Z</dcterms:created>
  <dcterms:modified xsi:type="dcterms:W3CDTF">2025-09-10T14:03:19Z</dcterms:modified>
</cp:coreProperties>
</file>