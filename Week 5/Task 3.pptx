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78EC-4CE3-8581-33A3-1E3627359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630B9-CD00-9F5F-5D4E-68A0B31B7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928E8-E124-9956-AC3C-3F633E46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EC584-4FB5-67F8-0C21-015282E6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BBA4-12A2-E11C-F9BB-B48ED8D9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7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1776-08E4-6810-5C02-EE20E728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720B5-9905-884D-1AFD-6758A76BD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CAFA5-36B8-B70F-39A3-7815E32C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9E503-F423-A541-D3FE-96069056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74F5E-ED53-8AD2-6103-F87FEAE5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5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4F37-55D6-EF36-6321-517B9598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F7519-6D8A-ECE6-17C2-703487882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EB66F-1FEB-B739-4D88-58406370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5C1A7-31E5-9862-C4A8-FDBE882F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93365-8086-6AD8-8F82-4D0EDCBB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2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2C5BB-257D-1EE8-87BA-08933BBA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6B7B-7D0A-C763-7258-76F4E0798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6858B-44A5-1D00-64DA-98BF63C35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E3072-D8B1-7E8F-E5C6-01DEEFBCA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6DE56-47AC-6799-EF90-6A3D324E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3BF11-8E8A-95ED-CF18-6372C709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6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E95F-4264-CF7D-DD75-3CF088887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1C2AF-CAAA-98E9-0D29-48DB7C789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895AD-8C9A-811F-9289-6451BBFB3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1CC8E-779F-4505-E1CD-879EFCBBD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1643F-346F-0A08-E195-83A099476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99DE2-80D4-6BDB-D787-31DB306F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DA066-01C4-E0D3-0ACE-F23F222F0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DDD8BF-C890-0B8F-2EC0-026C45C1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1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E98D-2559-CE4B-021F-DB8872AC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5B107-9C07-943B-1F99-C6F448749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19660-9BD7-089C-CEEB-B6255026B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CDE7F-158C-0D4E-7988-EC2B28D5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4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7A214-2EC8-7FD4-3958-71FBDDEC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3EFD5-B807-6AD8-7A94-526B9FE8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D3DAE-6046-189B-2420-5D5857AA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E983-18CC-46C6-F69B-3C20CC3D9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1A26D-A740-DCAE-ED07-862255F2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EAD29-AD67-4FB8-BD55-71EE182DB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F5039-62B9-0F65-DCFD-75520410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59B43-CC33-1019-8402-AF5F3D6D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D81F6-060E-36CB-3823-5A778F65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6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F85D-32D9-5877-4633-C809EB08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2030B-7CC8-D58F-8BF0-83D6E7869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56052-4F71-6CC2-26B3-15FDA227F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12470-7C4B-0127-8F1B-B0ACE07C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673B3-0E9E-F23D-B1D3-4A079441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BF151-D8A4-248E-D6E8-93EF0937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84E7-2992-1CDC-3072-F3AC6607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75EF7-9179-5A30-3122-818AFDDF5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50F1F-D7C3-A50B-088C-AC5EAD18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7342E-D688-47DC-AB6D-C27E875F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532E-A672-1C44-14F4-3CAED027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22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B48D4-2F5D-801B-9F57-5D7786D84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5F527-D8EB-29A3-7C0B-B2FD0EF47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B0711-BC8A-4A2E-FAC0-78E62180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269EA-B42F-A3A0-434E-9ED239A70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369BA-3AC8-3877-34AF-778B74A9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CD110-5FC8-9E0B-8294-84444395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3E8B0-4B7E-615A-AEB0-6738943DD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721C4-C2ED-415A-ADB1-130651DCC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84BD7-ACBE-41F3-9BF4-73C5FCC2231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39C5D-1650-33B6-3A37-536DB7E55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73811-D665-103E-6BA8-96430176B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E904B-6FF9-4275-B00D-0AD71398E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8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4F0E-F43F-C933-2B58-CB5BEF91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000" b="1" i="1" dirty="0">
                <a:highlight>
                  <a:srgbClr val="FFFF00"/>
                </a:highlight>
              </a:rPr>
              <a:t>Interchanging the value of two variables using temporary variable</a:t>
            </a:r>
          </a:p>
        </p:txBody>
      </p:sp>
    </p:spTree>
    <p:extLst>
      <p:ext uri="{BB962C8B-B14F-4D97-AF65-F5344CB8AC3E}">
        <p14:creationId xmlns:p14="http://schemas.microsoft.com/office/powerpoint/2010/main" val="179705372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286FBFA5-D130-739C-3338-B0A160601F01}"/>
              </a:ext>
            </a:extLst>
          </p:cNvPr>
          <p:cNvSpPr/>
          <p:nvPr/>
        </p:nvSpPr>
        <p:spPr>
          <a:xfrm>
            <a:off x="5102940" y="9832"/>
            <a:ext cx="1371600" cy="45720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DD80EE81-09A0-7361-B240-5CD90E5E5780}"/>
              </a:ext>
            </a:extLst>
          </p:cNvPr>
          <p:cNvSpPr/>
          <p:nvPr/>
        </p:nvSpPr>
        <p:spPr>
          <a:xfrm>
            <a:off x="3411300" y="696614"/>
            <a:ext cx="4754880" cy="1097280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Two Variables, a and b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BF146022-0127-0C59-FFC6-4BAE8173B09B}"/>
              </a:ext>
            </a:extLst>
          </p:cNvPr>
          <p:cNvSpPr/>
          <p:nvPr/>
        </p:nvSpPr>
        <p:spPr>
          <a:xfrm>
            <a:off x="4188540" y="2033312"/>
            <a:ext cx="3200400" cy="109728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Declare a temporary variable, c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B957F934-0738-F85C-1C8A-C7543AB71C94}"/>
              </a:ext>
            </a:extLst>
          </p:cNvPr>
          <p:cNvSpPr/>
          <p:nvPr/>
        </p:nvSpPr>
        <p:spPr>
          <a:xfrm>
            <a:off x="4188540" y="3429000"/>
            <a:ext cx="3200400" cy="109728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c=a</a:t>
            </a:r>
          </a:p>
          <a:p>
            <a:pPr algn="ctr"/>
            <a:r>
              <a:rPr lang="en-US" dirty="0"/>
              <a:t>a=b</a:t>
            </a:r>
          </a:p>
          <a:p>
            <a:pPr algn="ctr"/>
            <a:r>
              <a:rPr lang="en-US" dirty="0"/>
              <a:t>b=c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8002A663-6312-78D7-5279-0ADF1B60A732}"/>
              </a:ext>
            </a:extLst>
          </p:cNvPr>
          <p:cNvSpPr/>
          <p:nvPr/>
        </p:nvSpPr>
        <p:spPr>
          <a:xfrm>
            <a:off x="4188540" y="4870653"/>
            <a:ext cx="3200400" cy="1097280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a and b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5A93E1F7-743B-C8AD-AEEF-9CC83C08A8C1}"/>
              </a:ext>
            </a:extLst>
          </p:cNvPr>
          <p:cNvSpPr/>
          <p:nvPr/>
        </p:nvSpPr>
        <p:spPr>
          <a:xfrm>
            <a:off x="5102940" y="6312307"/>
            <a:ext cx="1371600" cy="45720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B4A12C-BCFF-1D79-B615-C6A9C48CD4AF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5788740" y="467032"/>
            <a:ext cx="0" cy="229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E1A1F7-C6E8-90F3-1B65-E2B3440C9EC5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788740" y="1793894"/>
            <a:ext cx="0" cy="239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A47C62-6205-305F-774C-B2212317BC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788740" y="3130592"/>
            <a:ext cx="0" cy="298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F7F591-1ECA-1F33-3BD8-FF6C1EBA9012}"/>
              </a:ext>
            </a:extLst>
          </p:cNvPr>
          <p:cNvCxnSpPr>
            <a:stCxn id="7" idx="2"/>
            <a:endCxn id="8" idx="1"/>
          </p:cNvCxnSpPr>
          <p:nvPr/>
        </p:nvCxnSpPr>
        <p:spPr>
          <a:xfrm>
            <a:off x="5788740" y="4526280"/>
            <a:ext cx="0" cy="344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4D36C9-7CCC-21CA-2648-2B8E414AAF6E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788740" y="5967933"/>
            <a:ext cx="0" cy="34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2407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02AE-7328-EB62-FCFD-4E359DF6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000" b="1" i="1" dirty="0">
                <a:highlight>
                  <a:srgbClr val="FFFF00"/>
                </a:highlight>
              </a:rPr>
              <a:t>Interchanging the value of two variables without using temporary variable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49849869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085CB-A736-3963-95F5-9E0E77BA6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D5A3C9E3-C924-2DC1-6BD2-AE692096839B}"/>
              </a:ext>
            </a:extLst>
          </p:cNvPr>
          <p:cNvSpPr/>
          <p:nvPr/>
        </p:nvSpPr>
        <p:spPr>
          <a:xfrm>
            <a:off x="5102940" y="9832"/>
            <a:ext cx="1371600" cy="45720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A0CA431F-0AD5-BF46-1EAB-1F72A34E68D9}"/>
              </a:ext>
            </a:extLst>
          </p:cNvPr>
          <p:cNvSpPr/>
          <p:nvPr/>
        </p:nvSpPr>
        <p:spPr>
          <a:xfrm>
            <a:off x="3411300" y="991574"/>
            <a:ext cx="4754880" cy="1097280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Two Variables, a and b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F934813-122A-CC65-E550-F3034CB6C8F1}"/>
              </a:ext>
            </a:extLst>
          </p:cNvPr>
          <p:cNvSpPr/>
          <p:nvPr/>
        </p:nvSpPr>
        <p:spPr>
          <a:xfrm>
            <a:off x="4188540" y="2691580"/>
            <a:ext cx="3200400" cy="109728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= a + b</a:t>
            </a:r>
          </a:p>
          <a:p>
            <a:pPr algn="ctr"/>
            <a:r>
              <a:rPr lang="en-US" dirty="0"/>
              <a:t>b = a - b</a:t>
            </a:r>
          </a:p>
          <a:p>
            <a:pPr algn="ctr"/>
            <a:r>
              <a:rPr lang="en-US" dirty="0"/>
              <a:t>a = a - b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4C5F5BE7-C593-3E9A-6A39-A87E6CF497E9}"/>
              </a:ext>
            </a:extLst>
          </p:cNvPr>
          <p:cNvSpPr/>
          <p:nvPr/>
        </p:nvSpPr>
        <p:spPr>
          <a:xfrm>
            <a:off x="4188540" y="4497027"/>
            <a:ext cx="3200400" cy="1097280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a and b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E55B1534-27F2-A25C-8D70-F04BDEFF91A1}"/>
              </a:ext>
            </a:extLst>
          </p:cNvPr>
          <p:cNvSpPr/>
          <p:nvPr/>
        </p:nvSpPr>
        <p:spPr>
          <a:xfrm>
            <a:off x="5102940" y="6312307"/>
            <a:ext cx="1371600" cy="45720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320981-9BC8-1A42-763D-23C1CE45BD3F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5788740" y="467032"/>
            <a:ext cx="0" cy="52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E0F389-E65C-3619-C50F-EBA0D7B85091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>
            <a:off x="5788740" y="2088854"/>
            <a:ext cx="0" cy="60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AABD38-16A6-EAB7-8B21-9B30C23D0767}"/>
              </a:ext>
            </a:extLst>
          </p:cNvPr>
          <p:cNvCxnSpPr>
            <a:stCxn id="7" idx="2"/>
            <a:endCxn id="8" idx="1"/>
          </p:cNvCxnSpPr>
          <p:nvPr/>
        </p:nvCxnSpPr>
        <p:spPr>
          <a:xfrm>
            <a:off x="5788740" y="3788860"/>
            <a:ext cx="0" cy="708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5C8AAB-C39C-D677-6976-3E4FA7939FAA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788740" y="5594307"/>
            <a:ext cx="0" cy="71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9472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Interchanging the value of two variables using temporary variable</vt:lpstr>
      <vt:lpstr>PowerPoint Presentation</vt:lpstr>
      <vt:lpstr>Interchanging the value of two variables without using temporary variable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 Umar Khan</dc:creator>
  <cp:lastModifiedBy>Bilal Umar Khan</cp:lastModifiedBy>
  <cp:revision>2</cp:revision>
  <dcterms:created xsi:type="dcterms:W3CDTF">2025-09-05T06:15:53Z</dcterms:created>
  <dcterms:modified xsi:type="dcterms:W3CDTF">2025-09-05T06:25:38Z</dcterms:modified>
</cp:coreProperties>
</file>