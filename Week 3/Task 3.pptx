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8B88"/>
    <a:srgbClr val="FBF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/>
              <a:t>Chart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8F7-4151-AC77-67A01EE167D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8F7-4151-AC77-67A01EE167D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8F7-4151-AC77-67A01EE167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33139552"/>
        <c:axId val="533139880"/>
      </c:lineChart>
      <c:catAx>
        <c:axId val="5331395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3139880"/>
        <c:crosses val="autoZero"/>
        <c:auto val="1"/>
        <c:lblAlgn val="ctr"/>
        <c:lblOffset val="100"/>
        <c:noMultiLvlLbl val="0"/>
      </c:catAx>
      <c:valAx>
        <c:axId val="5331398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31395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2DC2A145-06B9-4858-A09B-1E90FAAF932F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729B36A-2406-43CA-B3BA-B273BC455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97839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2A145-06B9-4858-A09B-1E90FAAF932F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9B36A-2406-43CA-B3BA-B273BC455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3586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DC2A145-06B9-4858-A09B-1E90FAAF932F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C729B36A-2406-43CA-B3BA-B273BC455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58276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2A145-06B9-4858-A09B-1E90FAAF932F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9B36A-2406-43CA-B3BA-B273BC455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2744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2A145-06B9-4858-A09B-1E90FAAF932F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9B36A-2406-43CA-B3BA-B273BC455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8237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2A145-06B9-4858-A09B-1E90FAAF932F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9B36A-2406-43CA-B3BA-B273BC455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8136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2A145-06B9-4858-A09B-1E90FAAF932F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9B36A-2406-43CA-B3BA-B273BC455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2953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2A145-06B9-4858-A09B-1E90FAAF932F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729B36A-2406-43CA-B3BA-B273BC455F34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16164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2DC2A145-06B9-4858-A09B-1E90FAAF932F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729B36A-2406-43CA-B3BA-B273BC455F34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68821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2A145-06B9-4858-A09B-1E90FAAF932F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9B36A-2406-43CA-B3BA-B273BC455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8493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2A145-06B9-4858-A09B-1E90FAAF932F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9B36A-2406-43CA-B3BA-B273BC455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425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DC2A145-06B9-4858-A09B-1E90FAAF932F}" type="datetimeFigureOut">
              <a:rPr lang="en-IN" smtClean="0"/>
              <a:t>04-09-2025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729B36A-2406-43CA-B3BA-B273BC455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7206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5CA53-9BDE-3811-E9EA-8122ECBBFA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9586A0-B8E1-6B31-9931-6870F5F647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8" name="Picture 4" descr="Ai Events In India 2024 - Willi Damaris">
            <a:extLst>
              <a:ext uri="{FF2B5EF4-FFF2-40B4-BE49-F238E27FC236}">
                <a16:creationId xmlns:a16="http://schemas.microsoft.com/office/drawing/2014/main" id="{18F2E2E6-4807-4B53-5110-8B80841217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12192000" cy="6853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8419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D12A1-88D9-B513-F146-8D5CF7F4B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AI in daily life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C75EE-01BA-FADA-8183-F3EC23BC70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dirty="0"/>
              <a:t>🔍 1. </a:t>
            </a:r>
            <a:r>
              <a:rPr lang="en-IN" b="1" dirty="0"/>
              <a:t>Improved Convenience</a:t>
            </a:r>
          </a:p>
          <a:p>
            <a:pPr lvl="1"/>
            <a:r>
              <a:rPr lang="en-US" b="1" dirty="0"/>
              <a:t>Smart Assistants</a:t>
            </a:r>
            <a:r>
              <a:rPr lang="en-US" dirty="0"/>
              <a:t>: Tools like Siri, Alexa, and Google Assistant help with setting reminders, answering questions, controlling smart home devices, and more.</a:t>
            </a:r>
            <a:endParaRPr lang="en-IN" b="1" dirty="0"/>
          </a:p>
          <a:p>
            <a:pPr lvl="1"/>
            <a:r>
              <a:rPr lang="en-US" b="1" dirty="0"/>
              <a:t>Smart Home Automation</a:t>
            </a:r>
            <a:r>
              <a:rPr lang="en-US" dirty="0"/>
              <a:t>: AI controls lighting, thermostats, and security systems based on your habits.</a:t>
            </a:r>
          </a:p>
          <a:p>
            <a:pPr lvl="1"/>
            <a:endParaRPr lang="en-US" dirty="0"/>
          </a:p>
          <a:p>
            <a:r>
              <a:rPr lang="en-US" dirty="0"/>
              <a:t>⏱️ 2. </a:t>
            </a:r>
            <a:r>
              <a:rPr lang="en-US" b="1" dirty="0"/>
              <a:t>Time and Effort Savings</a:t>
            </a:r>
          </a:p>
          <a:p>
            <a:pPr lvl="1"/>
            <a:r>
              <a:rPr lang="en-US" b="1" dirty="0"/>
              <a:t>Autocorrect and Predictive Text</a:t>
            </a:r>
            <a:r>
              <a:rPr lang="en-US" dirty="0"/>
              <a:t>: Speeds up typing on phones and computers.</a:t>
            </a:r>
          </a:p>
          <a:p>
            <a:pPr lvl="1"/>
            <a:r>
              <a:rPr lang="en-US" b="1" dirty="0"/>
              <a:t>Navigation Apps</a:t>
            </a:r>
            <a:r>
              <a:rPr lang="en-US" dirty="0"/>
              <a:t>: Google Maps and Waze use AI to suggest the fastest routes and predict traffic.</a:t>
            </a:r>
          </a:p>
          <a:p>
            <a:pPr lvl="1"/>
            <a:endParaRPr lang="en-US" dirty="0"/>
          </a:p>
          <a:p>
            <a:r>
              <a:rPr lang="en-IN" dirty="0"/>
              <a:t>🛡️ 3. </a:t>
            </a:r>
            <a:r>
              <a:rPr lang="en-IN" b="1" dirty="0"/>
              <a:t>Enhanced Security</a:t>
            </a:r>
          </a:p>
          <a:p>
            <a:pPr lvl="1"/>
            <a:r>
              <a:rPr lang="en-US" b="1" dirty="0"/>
              <a:t>Fraud Detection</a:t>
            </a:r>
            <a:r>
              <a:rPr lang="en-US" dirty="0"/>
              <a:t>: AI helps detect suspicious activity in banking or online transactions</a:t>
            </a:r>
          </a:p>
          <a:p>
            <a:pPr lvl="1"/>
            <a:r>
              <a:rPr lang="en-US" b="1" dirty="0"/>
              <a:t>Facial Recognition &amp; Biometrics</a:t>
            </a:r>
            <a:r>
              <a:rPr lang="en-US" dirty="0"/>
              <a:t>: Used for secure access to devices, apps, and buildings.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E405821-CE85-093F-FAB9-4865371A7C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29433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0CDFC-CF71-C2A6-41D8-7A109558D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Graph</a:t>
            </a:r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D4E3630-4594-2784-4698-467EFF9F04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9139718"/>
              </p:ext>
            </p:extLst>
          </p:nvPr>
        </p:nvGraphicFramePr>
        <p:xfrm>
          <a:off x="1066800" y="2103438"/>
          <a:ext cx="10058400" cy="39322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07384561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6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80919-0A35-BE5D-C3B1-A37C016F3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drawbacks and risks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E127D-E5DB-BE23-4C91-2F2892AB6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1. Job Displacement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Automation of Tasks</a:t>
            </a:r>
            <a:r>
              <a:rPr lang="en-US" dirty="0"/>
              <a:t>: AI and robots can replace jobs in manufacturing, customer service, data entry, and even some creative fields.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Skill Gaps</a:t>
            </a:r>
            <a:r>
              <a:rPr lang="en-US" dirty="0"/>
              <a:t>: Workers may be unprepared for new job requirements, leading to unemployment or underemployment.</a:t>
            </a:r>
          </a:p>
          <a:p>
            <a:r>
              <a:rPr lang="en-US" b="1" dirty="0"/>
              <a:t>2. Privacy Concerns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Data Collection</a:t>
            </a:r>
            <a:r>
              <a:rPr lang="en-US" dirty="0"/>
              <a:t>: AI systems often require large amounts of personal data, raising concerns about how it's collected, stored, and used.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Surveillance</a:t>
            </a:r>
            <a:r>
              <a:rPr lang="en-US" dirty="0"/>
              <a:t>: Facial recognition and smart devices can be used for monitoring people without their consent.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511067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32E3B-1314-B415-7821-D6082B174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6972" y="682171"/>
            <a:ext cx="9757230" cy="5627189"/>
          </a:xfrm>
        </p:spPr>
        <p:txBody>
          <a:bodyPr>
            <a:normAutofit/>
          </a:bodyPr>
          <a:lstStyle/>
          <a:p>
            <a:r>
              <a:rPr lang="en-US" b="1" dirty="0"/>
              <a:t>3. Lack of Human Judgment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Poor Context Understanding</a:t>
            </a:r>
            <a:r>
              <a:rPr lang="en-US" dirty="0"/>
              <a:t>: AI can misinterpret human language, emotion, or intent—leading to errors in communication or decision-making.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Over-Reliance</a:t>
            </a:r>
            <a:r>
              <a:rPr lang="en-US" dirty="0"/>
              <a:t>: Depending too much on AI may weaken human skills and critical thinking.</a:t>
            </a:r>
          </a:p>
          <a:p>
            <a:r>
              <a:rPr lang="en-US" b="1" dirty="0"/>
              <a:t>4. Bias and Discrimination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Biased Algorithms</a:t>
            </a:r>
            <a:r>
              <a:rPr lang="en-US" dirty="0"/>
              <a:t>: AI can inherit or amplify human biases from the data it's trained on, leading to unfair treatment in areas like hiring, lending, or law enforcement.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Lack of Transparency</a:t>
            </a:r>
            <a:r>
              <a:rPr lang="en-US" dirty="0"/>
              <a:t>: It's often hard to understand why an AI system made a certain decision (“black box” problem).</a:t>
            </a:r>
          </a:p>
          <a:p>
            <a:r>
              <a:rPr lang="en-IN" b="1" dirty="0"/>
              <a:t>5. Security Risks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Hacking AI Systems</a:t>
            </a:r>
            <a:r>
              <a:rPr lang="en-IN" dirty="0"/>
              <a:t>: Malicious actors can manipulate AI models (e.g., self-driving cars, voice assistants).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Deepfakes</a:t>
            </a:r>
            <a:r>
              <a:rPr lang="en-IN" dirty="0"/>
              <a:t>: AI-generated fake videos or audio can spread misinformation and erode trust.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94786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101</TotalTime>
  <Words>371</Words>
  <Application>Microsoft Office PowerPoint</Application>
  <PresentationFormat>Widescreen</PresentationFormat>
  <Paragraphs>30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Century Gothic</vt:lpstr>
      <vt:lpstr>Garamond</vt:lpstr>
      <vt:lpstr>Savon</vt:lpstr>
      <vt:lpstr>PowerPoint Presentation</vt:lpstr>
      <vt:lpstr>Benefits of AI in daily life</vt:lpstr>
      <vt:lpstr>Graph</vt:lpstr>
      <vt:lpstr>drawbacks and risks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Bilal Umar Khan</cp:lastModifiedBy>
  <cp:revision>4</cp:revision>
  <dcterms:created xsi:type="dcterms:W3CDTF">2025-09-01T09:28:18Z</dcterms:created>
  <dcterms:modified xsi:type="dcterms:W3CDTF">2025-09-04T16:44:40Z</dcterms:modified>
</cp:coreProperties>
</file>